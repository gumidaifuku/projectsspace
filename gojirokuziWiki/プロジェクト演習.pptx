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1" r:id="rId6"/>
    <p:sldId id="262" r:id="rId7"/>
    <p:sldId id="265" r:id="rId8"/>
    <p:sldId id="268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プロジェクト演習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　　久保雄祐　寺川宗甫　横田周時</a:t>
            </a:r>
            <a:endParaRPr kumimoji="1" lang="en-US" altLang="ja-JP" dirty="0" smtClean="0"/>
          </a:p>
          <a:p>
            <a:r>
              <a:rPr lang="ja-JP" altLang="en-US" dirty="0" smtClean="0"/>
              <a:t>（松本信基）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668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sz="4800" dirty="0">
                <a:solidFill>
                  <a:srgbClr val="FFC000"/>
                </a:solidFill>
              </a:rPr>
              <a:t>作成</a:t>
            </a:r>
            <a:r>
              <a:rPr lang="ja-JP" altLang="en-US" sz="4800" dirty="0" smtClean="0">
                <a:solidFill>
                  <a:srgbClr val="FFC000"/>
                </a:solidFill>
              </a:rPr>
              <a:t>したアプリケーションの概要</a:t>
            </a:r>
            <a:endParaRPr kumimoji="1" lang="ja-JP" altLang="en-US" sz="4800" dirty="0">
              <a:solidFill>
                <a:srgbClr val="FFC000"/>
              </a:solidFill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591734" y="1930400"/>
            <a:ext cx="8596668" cy="3880773"/>
          </a:xfrm>
        </p:spPr>
        <p:txBody>
          <a:bodyPr>
            <a:normAutofit/>
          </a:bodyPr>
          <a:lstStyle/>
          <a:p>
            <a:endParaRPr lang="en-US" altLang="ja-JP" sz="5400" dirty="0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altLang="ja-JP" sz="54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	</a:t>
            </a:r>
            <a:r>
              <a:rPr lang="ja-JP" altLang="en-US" sz="54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趣味に関する情報サイト</a:t>
            </a:r>
            <a:endParaRPr lang="en-US" altLang="ja-JP" sz="5400" dirty="0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ja-JP" altLang="en-US" sz="28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　（好きなこと書いているだけ）</a:t>
            </a:r>
            <a:endParaRPr lang="ja-JP" altLang="en-US" sz="28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8728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08854" y="579120"/>
            <a:ext cx="8596668" cy="1320800"/>
          </a:xfrm>
        </p:spPr>
        <p:txBody>
          <a:bodyPr>
            <a:normAutofit/>
          </a:bodyPr>
          <a:lstStyle/>
          <a:p>
            <a:r>
              <a:rPr kumimoji="1" lang="ja-JP" altLang="en-US" sz="4000" dirty="0" smtClean="0">
                <a:solidFill>
                  <a:srgbClr val="FFC000"/>
                </a:solidFill>
              </a:rPr>
              <a:t>想定されるターゲット</a:t>
            </a:r>
            <a:endParaRPr kumimoji="1" lang="ja-JP" altLang="en-US" sz="4000" dirty="0">
              <a:solidFill>
                <a:srgbClr val="FFC000"/>
              </a:solidFill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22774" y="1987869"/>
            <a:ext cx="8596668" cy="15173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000" dirty="0"/>
              <a:t>共通</a:t>
            </a:r>
            <a:r>
              <a:rPr lang="ja-JP" altLang="en-US" sz="4000" dirty="0" smtClean="0"/>
              <a:t>の趣味持った人々</a:t>
            </a:r>
            <a:endParaRPr lang="en-US" altLang="ja-JP" sz="4000" dirty="0"/>
          </a:p>
          <a:p>
            <a:pPr marL="0" indent="0" algn="ctr">
              <a:buNone/>
            </a:pPr>
            <a:r>
              <a:rPr lang="ja-JP" altLang="en-US" sz="4000" dirty="0" err="1" smtClean="0"/>
              <a:t>にじ</a:t>
            </a:r>
            <a:r>
              <a:rPr lang="ja-JP" altLang="en-US" sz="4000" dirty="0" smtClean="0"/>
              <a:t>さんじに興味がある人</a:t>
            </a:r>
            <a:endParaRPr lang="en-US" altLang="ja-JP" sz="4000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350" y="4309110"/>
            <a:ext cx="1714500" cy="17145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190" y="430911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0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4800" dirty="0" smtClean="0">
                <a:solidFill>
                  <a:srgbClr val="00B0F0"/>
                </a:solidFill>
              </a:rPr>
              <a:t>システム構成</a:t>
            </a:r>
            <a:endParaRPr kumimoji="1" lang="ja-JP" altLang="en-US" sz="4800" dirty="0">
              <a:solidFill>
                <a:srgbClr val="00B0F0"/>
              </a:solidFill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 smtClean="0"/>
              <a:t>クライアント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dirty="0" smtClean="0"/>
              <a:t>	H</a:t>
            </a:r>
            <a:r>
              <a:rPr lang="en-US" altLang="ja-JP" dirty="0" smtClean="0"/>
              <a:t>tml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	</a:t>
            </a:r>
            <a:r>
              <a:rPr lang="en-US" altLang="ja-JP" dirty="0" err="1" smtClean="0"/>
              <a:t>Css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sz="3200" smtClean="0"/>
              <a:t>サーバー</a:t>
            </a:r>
            <a:endParaRPr lang="en-US" altLang="ja-JP" sz="3200" dirty="0" smtClean="0"/>
          </a:p>
          <a:p>
            <a:pPr marL="0" indent="0">
              <a:buNone/>
            </a:pPr>
            <a:r>
              <a:rPr lang="en-US" altLang="ja-JP" sz="2000" dirty="0" smtClean="0"/>
              <a:t>	PHP</a:t>
            </a:r>
            <a:endParaRPr lang="en-US" altLang="ja-JP" sz="2000" dirty="0" smtClean="0"/>
          </a:p>
          <a:p>
            <a:pPr marL="0" indent="0">
              <a:buNone/>
            </a:pPr>
            <a:r>
              <a:rPr lang="en-US" altLang="ja-JP" sz="2000" dirty="0" smtClean="0"/>
              <a:t>	MySQL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4707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7200" dirty="0" smtClean="0">
                <a:solidFill>
                  <a:schemeClr val="accent3">
                    <a:lumMod val="75000"/>
                  </a:schemeClr>
                </a:solidFill>
              </a:rPr>
              <a:t>役割分担</a:t>
            </a:r>
            <a:endParaRPr kumimoji="1" lang="ja-JP" altLang="en-US" sz="7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 smtClean="0"/>
              <a:t>久保＞＞＞＞掲示板（データベース）</a:t>
            </a:r>
            <a:endParaRPr kumimoji="1" lang="en-US" altLang="ja-JP" sz="3600" dirty="0" smtClean="0"/>
          </a:p>
          <a:p>
            <a:r>
              <a:rPr lang="ja-JP" altLang="en-US" sz="3600" dirty="0" smtClean="0"/>
              <a:t>寺川＞＞＞＞サイトの見た目、</a:t>
            </a:r>
            <a:endParaRPr lang="en-US" altLang="ja-JP" sz="3600" dirty="0" smtClean="0"/>
          </a:p>
          <a:p>
            <a:pPr marL="0" indent="0">
              <a:buNone/>
            </a:pPr>
            <a:r>
              <a:rPr lang="ja-JP" altLang="en-US" sz="3600" dirty="0" smtClean="0"/>
              <a:t>　　　　　個人</a:t>
            </a:r>
            <a:r>
              <a:rPr lang="ja-JP" altLang="en-US" sz="3600" dirty="0"/>
              <a:t>の</a:t>
            </a:r>
            <a:r>
              <a:rPr lang="ja-JP" altLang="en-US" sz="3600" dirty="0" smtClean="0"/>
              <a:t>ページの制作（補助）</a:t>
            </a:r>
            <a:endParaRPr lang="en-US" altLang="ja-JP" sz="3000" dirty="0" smtClean="0"/>
          </a:p>
          <a:p>
            <a:r>
              <a:rPr kumimoji="1" lang="ja-JP" altLang="en-US" sz="3600" dirty="0" smtClean="0"/>
              <a:t>横田＞＞＞＞</a:t>
            </a:r>
            <a:r>
              <a:rPr kumimoji="1" lang="en-US" altLang="ja-JP" sz="3600" dirty="0" smtClean="0"/>
              <a:t>Top</a:t>
            </a:r>
            <a:r>
              <a:rPr lang="ja-JP" altLang="en-US" sz="3600" dirty="0"/>
              <a:t>・</a:t>
            </a:r>
            <a:r>
              <a:rPr kumimoji="1" lang="ja-JP" altLang="en-US" sz="3600" dirty="0" smtClean="0"/>
              <a:t>個人</a:t>
            </a:r>
            <a:r>
              <a:rPr lang="ja-JP" altLang="en-US" sz="3600" dirty="0"/>
              <a:t>ページ</a:t>
            </a:r>
            <a:r>
              <a:rPr lang="ja-JP" altLang="en-US" sz="3600" dirty="0" smtClean="0"/>
              <a:t>の制作</a:t>
            </a:r>
            <a:endParaRPr lang="en-US" altLang="ja-JP" sz="3600" dirty="0" smtClean="0"/>
          </a:p>
          <a:p>
            <a:r>
              <a:rPr kumimoji="1" lang="ja-JP" altLang="en-US" sz="3600" dirty="0" smtClean="0"/>
              <a:t>松本＞＞＞</a:t>
            </a:r>
            <a:r>
              <a:rPr lang="ja-JP" altLang="en-US" sz="3600" dirty="0" smtClean="0"/>
              <a:t>＞</a:t>
            </a:r>
            <a:r>
              <a:rPr lang="en-US" altLang="ja-JP" sz="3600" dirty="0" smtClean="0"/>
              <a:t>(</a:t>
            </a:r>
            <a:r>
              <a:rPr lang="ja-JP" altLang="en-US" sz="3600" dirty="0" err="1" smtClean="0"/>
              <a:t>。</a:t>
            </a:r>
            <a:r>
              <a:rPr lang="en-US" altLang="ja-JP" sz="3600" dirty="0" smtClean="0"/>
              <a:t>´</a:t>
            </a:r>
            <a:r>
              <a:rPr lang="ja-JP" altLang="en-US" sz="3600" dirty="0" smtClean="0"/>
              <a:t>･</a:t>
            </a:r>
            <a:r>
              <a:rPr lang="en-US" altLang="ja-JP" sz="3600" dirty="0" smtClean="0"/>
              <a:t>ω</a:t>
            </a:r>
            <a:r>
              <a:rPr lang="ja-JP" altLang="en-US" sz="3600" dirty="0" smtClean="0"/>
              <a:t>･</a:t>
            </a:r>
            <a:r>
              <a:rPr lang="en-US" altLang="ja-JP" sz="3600" dirty="0" smtClean="0"/>
              <a:t>)?</a:t>
            </a:r>
            <a:endParaRPr kumimoji="1" lang="en-US" altLang="ja-JP" sz="3600" dirty="0" smtClean="0"/>
          </a:p>
        </p:txBody>
      </p:sp>
    </p:spTree>
    <p:extLst>
      <p:ext uri="{BB962C8B-B14F-4D97-AF65-F5344CB8AC3E}">
        <p14:creationId xmlns:p14="http://schemas.microsoft.com/office/powerpoint/2010/main" val="409560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実装できた機能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できなかった機能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183520" y="1736047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4400" dirty="0" smtClean="0">
                <a:solidFill>
                  <a:srgbClr val="00B050"/>
                </a:solidFill>
              </a:rPr>
              <a:t>実装</a:t>
            </a:r>
            <a:endParaRPr kumimoji="1" lang="en-US" altLang="ja-JP" sz="4400" dirty="0" smtClean="0">
              <a:solidFill>
                <a:srgbClr val="00B050"/>
              </a:solidFill>
            </a:endParaRPr>
          </a:p>
          <a:p>
            <a:r>
              <a:rPr kumimoji="1" lang="en-US" altLang="ja-JP" sz="2800" dirty="0" smtClean="0"/>
              <a:t>Flexbox</a:t>
            </a:r>
            <a:r>
              <a:rPr kumimoji="1" lang="ja-JP" altLang="en-US" sz="2800" dirty="0" smtClean="0"/>
              <a:t>　</a:t>
            </a:r>
            <a:endParaRPr kumimoji="1" lang="en-US" altLang="ja-JP" sz="2800" dirty="0" smtClean="0"/>
          </a:p>
          <a:p>
            <a:r>
              <a:rPr kumimoji="1" lang="en-US" altLang="ja-JP" sz="2800" dirty="0" smtClean="0"/>
              <a:t>Twitter(</a:t>
            </a:r>
            <a:r>
              <a:rPr kumimoji="1" lang="ja-JP" altLang="en-US" sz="2800" dirty="0" smtClean="0"/>
              <a:t>タイムライン</a:t>
            </a:r>
            <a:r>
              <a:rPr kumimoji="1" lang="en-US" altLang="ja-JP" sz="2800" dirty="0" smtClean="0"/>
              <a:t>)</a:t>
            </a:r>
            <a:r>
              <a:rPr kumimoji="1" lang="ja-JP" altLang="en-US" sz="2800" dirty="0" smtClean="0"/>
              <a:t>の埋め込み</a:t>
            </a:r>
            <a:endParaRPr kumimoji="1" lang="en-US" altLang="ja-JP" sz="2800" dirty="0" smtClean="0"/>
          </a:p>
          <a:p>
            <a:r>
              <a:rPr lang="ja-JP" altLang="en-US" sz="2800" dirty="0"/>
              <a:t>掲示板</a:t>
            </a:r>
            <a:endParaRPr kumimoji="1" lang="en-US" altLang="ja-JP" sz="2800" dirty="0" smtClean="0"/>
          </a:p>
          <a:p>
            <a:r>
              <a:rPr kumimoji="1" lang="ja-JP" altLang="en-US" sz="4400" dirty="0" smtClean="0">
                <a:solidFill>
                  <a:srgbClr val="FF0000"/>
                </a:solidFill>
              </a:rPr>
              <a:t>非実装</a:t>
            </a:r>
            <a:endParaRPr kumimoji="1" lang="en-US" altLang="ja-JP" sz="4400" dirty="0" smtClean="0">
              <a:solidFill>
                <a:srgbClr val="FF0000"/>
              </a:solidFill>
            </a:endParaRPr>
          </a:p>
          <a:p>
            <a:r>
              <a:rPr kumimoji="1" lang="ja-JP" altLang="en-US" sz="3200" dirty="0" smtClean="0">
                <a:solidFill>
                  <a:schemeClr val="bg2">
                    <a:lumMod val="25000"/>
                  </a:schemeClr>
                </a:solidFill>
              </a:rPr>
              <a:t>個人ページをデータベースでまとめる</a:t>
            </a:r>
            <a:endParaRPr kumimoji="1" lang="en-US" altLang="ja-JP" sz="3200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　☝（人海</a:t>
            </a:r>
            <a:r>
              <a:rPr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戦術</a:t>
            </a:r>
            <a:r>
              <a:rPr lang="ja-JP" alt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で</a:t>
            </a:r>
            <a:r>
              <a:rPr lang="ja-JP" altLang="en-US" sz="32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ごり</a:t>
            </a:r>
            <a:r>
              <a:rPr lang="ja-JP" altLang="en-US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押し）</a:t>
            </a:r>
            <a:endParaRPr kumimoji="1" lang="ja-JP" altLang="en-US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68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81" y="81281"/>
            <a:ext cx="11664831" cy="6624320"/>
          </a:xfrm>
        </p:spPr>
      </p:pic>
    </p:spTree>
    <p:extLst>
      <p:ext uri="{BB962C8B-B14F-4D97-AF65-F5344CB8AC3E}">
        <p14:creationId xmlns:p14="http://schemas.microsoft.com/office/powerpoint/2010/main" val="36454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26934" y="2865120"/>
            <a:ext cx="3579706" cy="701040"/>
          </a:xfrm>
        </p:spPr>
        <p:txBody>
          <a:bodyPr/>
          <a:lstStyle/>
          <a:p>
            <a:r>
              <a:rPr kumimoji="1" lang="ja-JP" altLang="en-US" dirty="0" smtClean="0"/>
              <a:t>デモに移ります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757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 smtClean="0"/>
              <a:t>感想、反省</a:t>
            </a:r>
            <a:endParaRPr kumimoji="1" lang="ja-JP" altLang="en-US" sz="54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自分</a:t>
            </a:r>
            <a:r>
              <a:rPr lang="ja-JP" altLang="en-US" sz="3200" dirty="0" smtClean="0"/>
              <a:t>達ができることが少なすぎる</a:t>
            </a:r>
            <a:endParaRPr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（人海</a:t>
            </a:r>
            <a:r>
              <a:rPr lang="ja-JP" altLang="en-US" sz="3200" dirty="0"/>
              <a:t>戦術</a:t>
            </a:r>
            <a:r>
              <a:rPr lang="ja-JP" altLang="en-US" sz="3200" dirty="0" smtClean="0"/>
              <a:t>に</a:t>
            </a:r>
            <a:r>
              <a:rPr lang="ja-JP" altLang="en-US" sz="3200" dirty="0"/>
              <a:t>頼</a:t>
            </a:r>
            <a:r>
              <a:rPr lang="ja-JP" altLang="en-US" sz="3200" dirty="0" smtClean="0"/>
              <a:t>った）</a:t>
            </a:r>
            <a:endParaRPr lang="en-US" altLang="ja-JP" sz="3200" dirty="0" smtClean="0"/>
          </a:p>
          <a:p>
            <a:pPr marL="0" indent="0">
              <a:buNone/>
            </a:pPr>
            <a:r>
              <a:rPr kumimoji="1" lang="ja-JP" altLang="en-US" sz="3200" dirty="0" smtClean="0"/>
              <a:t>ファイルのまとめ方が違うために一つにまとめる時、一部コードの書きかえが必要になったり、進捗状況の共有がお互いにわかっていなかった（情報の共有ができていなかった）</a:t>
            </a:r>
            <a:endParaRPr kumimoji="1" lang="en-US" altLang="ja-JP" sz="3200" dirty="0" smtClean="0"/>
          </a:p>
          <a:p>
            <a:pPr marL="0" indent="0">
              <a:buNone/>
            </a:pPr>
            <a:endParaRPr kumimoji="1" lang="en-US" altLang="ja-JP" sz="3200" dirty="0" smtClean="0"/>
          </a:p>
          <a:p>
            <a:pPr marL="0" indent="0">
              <a:buNone/>
            </a:pPr>
            <a:endParaRPr kumimoji="1" lang="en-US" altLang="ja-JP" sz="3200" dirty="0"/>
          </a:p>
          <a:p>
            <a:pPr marL="0" indent="0">
              <a:buNone/>
            </a:pP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8637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ｐ</a:t>
            </a:r>
            <a:r>
              <a:rPr kumimoji="1" lang="ja-JP" altLang="en-US" dirty="0" smtClean="0"/>
              <a:t>ｓ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 smtClean="0"/>
              <a:t>	</a:t>
            </a:r>
            <a:r>
              <a:rPr kumimoji="1" lang="ja-JP" altLang="en-US" dirty="0" smtClean="0"/>
              <a:t>新メンバーが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月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日に増えるみたいです！</a:t>
            </a:r>
            <a:endParaRPr lang="en-US" altLang="ja-JP" dirty="0"/>
          </a:p>
          <a:p>
            <a:endParaRPr kumimoji="1" lang="en-US" altLang="ja-JP" dirty="0" smtClean="0"/>
          </a:p>
          <a:p>
            <a:pPr marL="0" indent="0" algn="ctr">
              <a:buNone/>
            </a:pPr>
            <a:r>
              <a:rPr lang="ja-JP" altLang="en-US" sz="6000" dirty="0" smtClean="0"/>
              <a:t>合計</a:t>
            </a:r>
            <a:r>
              <a:rPr lang="en-US" altLang="ja-JP" sz="6000" dirty="0" smtClean="0"/>
              <a:t>97</a:t>
            </a:r>
            <a:r>
              <a:rPr lang="ja-JP" altLang="en-US" sz="6000" dirty="0" smtClean="0"/>
              <a:t>人です！</a:t>
            </a:r>
            <a:endParaRPr lang="en-US" altLang="ja-JP" sz="6000" dirty="0" smtClean="0"/>
          </a:p>
          <a:p>
            <a:pPr marL="0" indent="0" algn="r">
              <a:buNone/>
            </a:pPr>
            <a:r>
              <a:rPr kumimoji="1" lang="en-US" altLang="ja-JP" dirty="0" smtClean="0"/>
              <a:t>	</a:t>
            </a:r>
            <a:r>
              <a:rPr kumimoji="1" lang="ja-JP" altLang="en-US" dirty="0" smtClean="0">
                <a:solidFill>
                  <a:schemeClr val="bg1">
                    <a:lumMod val="75000"/>
                  </a:schemeClr>
                </a:solidFill>
              </a:rPr>
              <a:t>もう、追えない</a:t>
            </a:r>
            <a:r>
              <a:rPr lang="en-US" altLang="ja-JP" dirty="0" err="1" smtClean="0">
                <a:solidFill>
                  <a:schemeClr val="bg1">
                    <a:lumMod val="75000"/>
                  </a:schemeClr>
                </a:solidFill>
              </a:rPr>
              <a:t>orz</a:t>
            </a:r>
            <a:r>
              <a:rPr kumimoji="1" lang="ja-JP" altLang="en-US" dirty="0" smtClean="0"/>
              <a:t>　　　</a:t>
            </a:r>
            <a:endParaRPr kumimoji="1" lang="en-US" altLang="ja-JP" dirty="0" smtClean="0"/>
          </a:p>
          <a:p>
            <a:pPr marL="0" indent="0" algn="r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775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347894" y="3024189"/>
            <a:ext cx="8596668" cy="9686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ja-JP" altLang="en-US" sz="4000" dirty="0" smtClean="0"/>
              <a:t>ご清聴ありがとうございました。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3887867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</TotalTime>
  <Words>115</Words>
  <Application>Microsoft Office PowerPoint</Application>
  <PresentationFormat>ワイド画面</PresentationFormat>
  <Paragraphs>44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メイリオ</vt:lpstr>
      <vt:lpstr>Arial</vt:lpstr>
      <vt:lpstr>Trebuchet MS</vt:lpstr>
      <vt:lpstr>Wingdings 3</vt:lpstr>
      <vt:lpstr>ファセット</vt:lpstr>
      <vt:lpstr>プロジェクト演習</vt:lpstr>
      <vt:lpstr>作成したアプリケーションの概要</vt:lpstr>
      <vt:lpstr>想定されるターゲット</vt:lpstr>
      <vt:lpstr>システム構成</vt:lpstr>
      <vt:lpstr>役割分担</vt:lpstr>
      <vt:lpstr>実装できた機能/できなかった機能</vt:lpstr>
      <vt:lpstr>PowerPoint プレゼンテーション</vt:lpstr>
      <vt:lpstr>デモに移ります</vt:lpstr>
      <vt:lpstr>感想、反省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プロジェクト演習</dc:title>
  <dc:creator>shu.tera-0220@outlook.jp</dc:creator>
  <cp:lastModifiedBy>shu.tera-0220@outlook.jp</cp:lastModifiedBy>
  <cp:revision>15</cp:revision>
  <dcterms:created xsi:type="dcterms:W3CDTF">2020-01-30T01:47:29Z</dcterms:created>
  <dcterms:modified xsi:type="dcterms:W3CDTF">2020-01-30T05:11:35Z</dcterms:modified>
</cp:coreProperties>
</file>