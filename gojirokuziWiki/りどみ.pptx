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sldIdLst>
    <p:sldId id="256" r:id="rId2"/>
    <p:sldId id="257" r:id="rId3"/>
    <p:sldId id="259" r:id="rId4"/>
    <p:sldId id="258" r:id="rId5"/>
    <p:sldId id="265" r:id="rId6"/>
    <p:sldId id="266" r:id="rId7"/>
    <p:sldId id="260" r:id="rId8"/>
    <p:sldId id="261" r:id="rId9"/>
    <p:sldId id="262" r:id="rId10"/>
    <p:sldId id="263" r:id="rId11"/>
    <p:sldId id="264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61" autoAdjust="0"/>
    <p:restoredTop sz="94660"/>
  </p:normalViewPr>
  <p:slideViewPr>
    <p:cSldViewPr snapToGrid="0">
      <p:cViewPr varScale="1">
        <p:scale>
          <a:sx n="86" d="100"/>
          <a:sy n="86" d="100"/>
        </p:scale>
        <p:origin x="4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005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46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55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15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15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59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010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377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072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40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676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1649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336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809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52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204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166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3776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>
            <a:extLst>
              <a:ext uri="{FF2B5EF4-FFF2-40B4-BE49-F238E27FC236}">
                <a16:creationId xmlns:a16="http://schemas.microsoft.com/office/drawing/2014/main" id="{40547DFB-D14E-4D5C-AC9B-F661E40AB6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936" b="12814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5A09A3F-463F-4F94-9361-519FDAD73F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r>
              <a:rPr kumimoji="1" lang="ja-JP" altLang="en-US" sz="6600">
                <a:latin typeface="MS UI Gothic" panose="020B0600070205080204" pitchFamily="34" charset="-128"/>
                <a:ea typeface="MS UI Gothic" panose="020B0600070205080204" pitchFamily="34" charset="-128"/>
              </a:rPr>
              <a:t>サイト利用説明書</a:t>
            </a:r>
          </a:p>
        </p:txBody>
      </p:sp>
    </p:spTree>
    <p:extLst>
      <p:ext uri="{BB962C8B-B14F-4D97-AF65-F5344CB8AC3E}">
        <p14:creationId xmlns:p14="http://schemas.microsoft.com/office/powerpoint/2010/main" val="8970195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9801E8A-636D-41A4-BBA2-0F2ADD2F98B0}"/>
              </a:ext>
            </a:extLst>
          </p:cNvPr>
          <p:cNvSpPr txBox="1"/>
          <p:nvPr/>
        </p:nvSpPr>
        <p:spPr>
          <a:xfrm>
            <a:off x="612559" y="470517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/>
              <a:t>項目一覧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A8C9FB7-3B8E-47EC-8373-2CBDC0554D00}"/>
              </a:ext>
            </a:extLst>
          </p:cNvPr>
          <p:cNvSpPr txBox="1"/>
          <p:nvPr/>
        </p:nvSpPr>
        <p:spPr>
          <a:xfrm>
            <a:off x="976544" y="1944210"/>
            <a:ext cx="5004896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ja-JP" altLang="en-US" sz="4800" dirty="0"/>
              <a:t>ホーム画面</a:t>
            </a:r>
            <a:endParaRPr kumimoji="1" lang="en-US" altLang="ja-JP" sz="48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ja-JP" altLang="en-US" sz="4800" dirty="0"/>
              <a:t>個人ページ</a:t>
            </a:r>
            <a:endParaRPr kumimoji="1" lang="en-US" altLang="ja-JP" sz="48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ja-JP" altLang="en-US" sz="4800" dirty="0"/>
              <a:t>全件表示掲示板</a:t>
            </a:r>
          </a:p>
        </p:txBody>
      </p:sp>
    </p:spTree>
    <p:extLst>
      <p:ext uri="{BB962C8B-B14F-4D97-AF65-F5344CB8AC3E}">
        <p14:creationId xmlns:p14="http://schemas.microsoft.com/office/powerpoint/2010/main" val="2170768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9801E8A-636D-41A4-BBA2-0F2ADD2F98B0}"/>
              </a:ext>
            </a:extLst>
          </p:cNvPr>
          <p:cNvSpPr txBox="1"/>
          <p:nvPr/>
        </p:nvSpPr>
        <p:spPr>
          <a:xfrm>
            <a:off x="612559" y="470517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メイリオ" panose="020B0604030504040204" pitchFamily="34" charset="-128"/>
                <a:cs typeface="+mn-cs"/>
              </a:rPr>
              <a:t>項目一覧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A8C9FB7-3B8E-47EC-8373-2CBDC0554D00}"/>
              </a:ext>
            </a:extLst>
          </p:cNvPr>
          <p:cNvSpPr txBox="1"/>
          <p:nvPr/>
        </p:nvSpPr>
        <p:spPr>
          <a:xfrm>
            <a:off x="976544" y="1944210"/>
            <a:ext cx="377379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ja-JP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メイリオ" panose="020B0604030504040204" pitchFamily="34" charset="-128"/>
                <a:cs typeface="+mn-cs"/>
              </a:rPr>
              <a:t>ホーム画面</a:t>
            </a:r>
            <a:endParaRPr kumimoji="1" lang="en-US" altLang="ja-JP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メイリオ" panose="020B060403050404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7189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47C44D0-640D-4176-ACC5-98836B63C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637" y="2206255"/>
            <a:ext cx="7981025" cy="3965308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5BA0AFC-9AF0-4780-B689-90B7F1A53C37}"/>
              </a:ext>
            </a:extLst>
          </p:cNvPr>
          <p:cNvSpPr txBox="1"/>
          <p:nvPr/>
        </p:nvSpPr>
        <p:spPr>
          <a:xfrm>
            <a:off x="727969" y="621437"/>
            <a:ext cx="441659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6600" dirty="0"/>
              <a:t>ホーム画面</a:t>
            </a:r>
          </a:p>
        </p:txBody>
      </p:sp>
    </p:spTree>
    <p:extLst>
      <p:ext uri="{BB962C8B-B14F-4D97-AF65-F5344CB8AC3E}">
        <p14:creationId xmlns:p14="http://schemas.microsoft.com/office/powerpoint/2010/main" val="1507528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47C44D0-640D-4176-ACC5-98836B63C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126" y="1675614"/>
            <a:ext cx="6462941" cy="3211060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5C09788-67B6-40B5-A30A-03551697079F}"/>
              </a:ext>
            </a:extLst>
          </p:cNvPr>
          <p:cNvSpPr txBox="1"/>
          <p:nvPr/>
        </p:nvSpPr>
        <p:spPr>
          <a:xfrm>
            <a:off x="346228" y="407517"/>
            <a:ext cx="63914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ja-JP" altLang="en-US" sz="2800" dirty="0"/>
              <a:t>サイトのタイトル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押すとこの画面に飛ぶことができる</a:t>
            </a: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7F90561C-E070-4C00-9E13-5C0BB7D88C38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55751" y="1210302"/>
            <a:ext cx="324000" cy="606624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4321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47C44D0-640D-4176-ACC5-98836B63C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0501" y="1623481"/>
            <a:ext cx="6462941" cy="3211060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5C09788-67B6-40B5-A30A-03551697079F}"/>
              </a:ext>
            </a:extLst>
          </p:cNvPr>
          <p:cNvSpPr txBox="1"/>
          <p:nvPr/>
        </p:nvSpPr>
        <p:spPr>
          <a:xfrm>
            <a:off x="1509203" y="452761"/>
            <a:ext cx="63914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ja-JP" altLang="en-US" sz="2800" dirty="0"/>
              <a:t>サイトのタイトル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押すとこの画面に飛ぶことができる</a:t>
            </a: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7F90561C-E070-4C00-9E13-5C0BB7D88C38}"/>
              </a:ext>
            </a:extLst>
          </p:cNvPr>
          <p:cNvCxnSpPr>
            <a:cxnSpLocks/>
          </p:cNvCxnSpPr>
          <p:nvPr/>
        </p:nvCxnSpPr>
        <p:spPr>
          <a:xfrm rot="16200000" flipH="1">
            <a:off x="5411689" y="1229190"/>
            <a:ext cx="324000" cy="606624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5301D42-AFF2-47F3-801B-645B312A4587}"/>
              </a:ext>
            </a:extLst>
          </p:cNvPr>
          <p:cNvSpPr txBox="1"/>
          <p:nvPr/>
        </p:nvSpPr>
        <p:spPr>
          <a:xfrm>
            <a:off x="142890" y="2013492"/>
            <a:ext cx="4237057" cy="3385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2</a:t>
            </a:r>
            <a:r>
              <a:rPr kumimoji="1" lang="ja-JP" altLang="en-US" sz="2800" dirty="0"/>
              <a:t>．メンバー一覧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一定の期間と五十音順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で区切られたメンバー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の一覧を閲覧できる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項目を押すことでメン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バー一覧を出す、隠す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ができる。</a:t>
            </a:r>
            <a:endParaRPr kumimoji="1" lang="en-US" altLang="ja-JP" sz="2800" dirty="0"/>
          </a:p>
          <a:p>
            <a:r>
              <a:rPr kumimoji="1" lang="en-US" altLang="ja-JP" dirty="0"/>
              <a:t>	</a:t>
            </a: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0FDFA374-31CC-44DF-A9E1-04F9BE493FBD}"/>
              </a:ext>
            </a:extLst>
          </p:cNvPr>
          <p:cNvCxnSpPr>
            <a:cxnSpLocks/>
          </p:cNvCxnSpPr>
          <p:nvPr/>
        </p:nvCxnSpPr>
        <p:spPr>
          <a:xfrm flipV="1">
            <a:off x="4021584" y="3229011"/>
            <a:ext cx="745725" cy="39307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792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47C44D0-640D-4176-ACC5-98836B63C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0501" y="1623481"/>
            <a:ext cx="6462941" cy="3211060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5C09788-67B6-40B5-A30A-03551697079F}"/>
              </a:ext>
            </a:extLst>
          </p:cNvPr>
          <p:cNvSpPr txBox="1"/>
          <p:nvPr/>
        </p:nvSpPr>
        <p:spPr>
          <a:xfrm>
            <a:off x="1509203" y="452761"/>
            <a:ext cx="63914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ja-JP" altLang="en-US" sz="2800" dirty="0"/>
              <a:t>サイトのタイトル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押すとこの画面に飛ぶことができる</a:t>
            </a: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7F90561C-E070-4C00-9E13-5C0BB7D88C38}"/>
              </a:ext>
            </a:extLst>
          </p:cNvPr>
          <p:cNvCxnSpPr>
            <a:cxnSpLocks/>
          </p:cNvCxnSpPr>
          <p:nvPr/>
        </p:nvCxnSpPr>
        <p:spPr>
          <a:xfrm rot="16200000" flipH="1">
            <a:off x="5411689" y="1229190"/>
            <a:ext cx="324000" cy="606624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5301D42-AFF2-47F3-801B-645B312A4587}"/>
              </a:ext>
            </a:extLst>
          </p:cNvPr>
          <p:cNvSpPr txBox="1"/>
          <p:nvPr/>
        </p:nvSpPr>
        <p:spPr>
          <a:xfrm>
            <a:off x="142890" y="2013492"/>
            <a:ext cx="4237057" cy="3385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2</a:t>
            </a:r>
            <a:r>
              <a:rPr kumimoji="1" lang="ja-JP" altLang="en-US" sz="2800" dirty="0"/>
              <a:t>．メンバー一覧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一定の期間と五十音順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で区切られたメンバー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の一覧を閲覧できる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項目を押すことでメン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バー一覧を出す、隠す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ができる。</a:t>
            </a:r>
            <a:endParaRPr kumimoji="1" lang="en-US" altLang="ja-JP" sz="2800" dirty="0"/>
          </a:p>
          <a:p>
            <a:r>
              <a:rPr kumimoji="1" lang="en-US" altLang="ja-JP" dirty="0"/>
              <a:t>	</a:t>
            </a: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0FDFA374-31CC-44DF-A9E1-04F9BE493FBD}"/>
              </a:ext>
            </a:extLst>
          </p:cNvPr>
          <p:cNvCxnSpPr>
            <a:cxnSpLocks/>
          </p:cNvCxnSpPr>
          <p:nvPr/>
        </p:nvCxnSpPr>
        <p:spPr>
          <a:xfrm flipV="1">
            <a:off x="4021584" y="3229011"/>
            <a:ext cx="745725" cy="39307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02C7A66-C066-481A-BC9E-A0796780BF4A}"/>
              </a:ext>
            </a:extLst>
          </p:cNvPr>
          <p:cNvSpPr txBox="1"/>
          <p:nvPr/>
        </p:nvSpPr>
        <p:spPr>
          <a:xfrm>
            <a:off x="3195961" y="5227620"/>
            <a:ext cx="854592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3.</a:t>
            </a:r>
            <a:r>
              <a:rPr kumimoji="1" lang="ja-JP" altLang="en-US" sz="2800" dirty="0"/>
              <a:t>メンバー一覧画像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メンバー一覧を画像と名前で確認可能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画像を押すと各個人のページに飛ぶことができる</a:t>
            </a: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4F1CE044-033B-4A0E-8836-A7E009C76253}"/>
              </a:ext>
            </a:extLst>
          </p:cNvPr>
          <p:cNvCxnSpPr>
            <a:cxnSpLocks/>
          </p:cNvCxnSpPr>
          <p:nvPr/>
        </p:nvCxnSpPr>
        <p:spPr>
          <a:xfrm flipV="1">
            <a:off x="7538114" y="4749553"/>
            <a:ext cx="771385" cy="90585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6002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9801E8A-636D-41A4-BBA2-0F2ADD2F98B0}"/>
              </a:ext>
            </a:extLst>
          </p:cNvPr>
          <p:cNvSpPr txBox="1"/>
          <p:nvPr/>
        </p:nvSpPr>
        <p:spPr>
          <a:xfrm>
            <a:off x="612559" y="470517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メイリオ" panose="020B0604030504040204" pitchFamily="34" charset="-128"/>
                <a:cs typeface="+mn-cs"/>
              </a:rPr>
              <a:t>項目一覧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A8C9FB7-3B8E-47EC-8373-2CBDC0554D00}"/>
              </a:ext>
            </a:extLst>
          </p:cNvPr>
          <p:cNvSpPr txBox="1"/>
          <p:nvPr/>
        </p:nvSpPr>
        <p:spPr>
          <a:xfrm>
            <a:off x="976544" y="1944210"/>
            <a:ext cx="3773790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ja-JP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メイリオ" panose="020B0604030504040204" pitchFamily="34" charset="-128"/>
                <a:cs typeface="+mn-cs"/>
              </a:rPr>
              <a:t>ホーム画面</a:t>
            </a:r>
            <a:endParaRPr kumimoji="1" lang="en-US" altLang="ja-JP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メイリオ" panose="020B0604030504040204" pitchFamily="34" charset="-128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ja-JP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メイリオ" panose="020B0604030504040204" pitchFamily="34" charset="-128"/>
                <a:cs typeface="+mn-cs"/>
              </a:rPr>
              <a:t>個人ページ</a:t>
            </a:r>
          </a:p>
        </p:txBody>
      </p:sp>
    </p:spTree>
    <p:extLst>
      <p:ext uri="{BB962C8B-B14F-4D97-AF65-F5344CB8AC3E}">
        <p14:creationId xmlns:p14="http://schemas.microsoft.com/office/powerpoint/2010/main" val="399777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9B66616-67F3-4D30-968A-C8630CD5B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403" y="1741195"/>
            <a:ext cx="9431045" cy="4690677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7CD171E-7B6C-4F62-B992-3F48D9F80EC5}"/>
              </a:ext>
            </a:extLst>
          </p:cNvPr>
          <p:cNvSpPr txBox="1"/>
          <p:nvPr/>
        </p:nvSpPr>
        <p:spPr>
          <a:xfrm>
            <a:off x="878889" y="426128"/>
            <a:ext cx="441659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6600" dirty="0"/>
              <a:t>個人ページ</a:t>
            </a:r>
          </a:p>
        </p:txBody>
      </p:sp>
    </p:spTree>
    <p:extLst>
      <p:ext uri="{BB962C8B-B14F-4D97-AF65-F5344CB8AC3E}">
        <p14:creationId xmlns:p14="http://schemas.microsoft.com/office/powerpoint/2010/main" val="1553030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9B66616-67F3-4D30-968A-C8630CD5B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337" y="2105407"/>
            <a:ext cx="6711519" cy="3338078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9DE1EA2-D2B2-4894-A2A3-31DE56B89A4E}"/>
              </a:ext>
            </a:extLst>
          </p:cNvPr>
          <p:cNvSpPr txBox="1"/>
          <p:nvPr/>
        </p:nvSpPr>
        <p:spPr>
          <a:xfrm>
            <a:off x="518374" y="284084"/>
            <a:ext cx="587372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1.</a:t>
            </a:r>
            <a:r>
              <a:rPr kumimoji="1" lang="ja-JP" altLang="en-US" sz="3200" dirty="0"/>
              <a:t>メンバー紹介</a:t>
            </a:r>
            <a:endParaRPr kumimoji="1" lang="en-US" altLang="ja-JP" sz="3200" dirty="0"/>
          </a:p>
          <a:p>
            <a:r>
              <a:rPr kumimoji="1" lang="en-US" altLang="ja-JP" sz="3200" dirty="0"/>
              <a:t>	</a:t>
            </a:r>
            <a:r>
              <a:rPr kumimoji="1" lang="ja-JP" altLang="en-US" sz="3200" dirty="0"/>
              <a:t>個人を象徴する発言や各</a:t>
            </a:r>
            <a:r>
              <a:rPr kumimoji="1" lang="en-US" altLang="ja-JP" sz="3200" dirty="0"/>
              <a:t>SNS</a:t>
            </a:r>
          </a:p>
          <a:p>
            <a:r>
              <a:rPr kumimoji="1" lang="en-US" altLang="ja-JP" sz="3200" dirty="0"/>
              <a:t>	</a:t>
            </a:r>
            <a:r>
              <a:rPr kumimoji="1" lang="ja-JP" altLang="en-US" sz="3200" dirty="0"/>
              <a:t>その他の情報を確認できる</a:t>
            </a:r>
            <a:endParaRPr kumimoji="1" lang="en-US" altLang="ja-JP" sz="3200" dirty="0"/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3B4E97AD-C0FA-41DF-BC6A-4CFA32A3C6EC}"/>
              </a:ext>
            </a:extLst>
          </p:cNvPr>
          <p:cNvCxnSpPr>
            <a:cxnSpLocks/>
          </p:cNvCxnSpPr>
          <p:nvPr/>
        </p:nvCxnSpPr>
        <p:spPr>
          <a:xfrm>
            <a:off x="3639844" y="1740023"/>
            <a:ext cx="994300" cy="59480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380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9B66616-67F3-4D30-968A-C8630CD5B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337" y="2105407"/>
            <a:ext cx="5433135" cy="2702254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9DE1EA2-D2B2-4894-A2A3-31DE56B89A4E}"/>
              </a:ext>
            </a:extLst>
          </p:cNvPr>
          <p:cNvSpPr txBox="1"/>
          <p:nvPr/>
        </p:nvSpPr>
        <p:spPr>
          <a:xfrm>
            <a:off x="518374" y="284084"/>
            <a:ext cx="587372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1.</a:t>
            </a:r>
            <a:r>
              <a:rPr kumimoji="1" lang="ja-JP" altLang="en-US" sz="3200" dirty="0"/>
              <a:t>メンバー紹介</a:t>
            </a:r>
            <a:endParaRPr kumimoji="1" lang="en-US" altLang="ja-JP" sz="3200" dirty="0"/>
          </a:p>
          <a:p>
            <a:r>
              <a:rPr kumimoji="1" lang="en-US" altLang="ja-JP" sz="3200" dirty="0"/>
              <a:t>	</a:t>
            </a:r>
            <a:r>
              <a:rPr kumimoji="1" lang="ja-JP" altLang="en-US" sz="3200" dirty="0"/>
              <a:t>個人を象徴する発言や各</a:t>
            </a:r>
            <a:r>
              <a:rPr kumimoji="1" lang="en-US" altLang="ja-JP" sz="3200" dirty="0"/>
              <a:t>SNS</a:t>
            </a:r>
          </a:p>
          <a:p>
            <a:r>
              <a:rPr kumimoji="1" lang="en-US" altLang="ja-JP" sz="3200" dirty="0"/>
              <a:t>	</a:t>
            </a:r>
            <a:r>
              <a:rPr kumimoji="1" lang="ja-JP" altLang="en-US" sz="3200" dirty="0"/>
              <a:t>その他の情報を確認できる</a:t>
            </a:r>
            <a:endParaRPr kumimoji="1" lang="en-US" altLang="ja-JP" sz="3200" dirty="0"/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3B4E97AD-C0FA-41DF-BC6A-4CFA32A3C6EC}"/>
              </a:ext>
            </a:extLst>
          </p:cNvPr>
          <p:cNvCxnSpPr>
            <a:cxnSpLocks/>
          </p:cNvCxnSpPr>
          <p:nvPr/>
        </p:nvCxnSpPr>
        <p:spPr>
          <a:xfrm>
            <a:off x="3639844" y="1740023"/>
            <a:ext cx="994300" cy="59480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92E3A0F-9BFB-485D-9EB8-06B1E8CBAF0F}"/>
              </a:ext>
            </a:extLst>
          </p:cNvPr>
          <p:cNvSpPr txBox="1"/>
          <p:nvPr/>
        </p:nvSpPr>
        <p:spPr>
          <a:xfrm>
            <a:off x="518374" y="5059324"/>
            <a:ext cx="930254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2.</a:t>
            </a:r>
            <a:r>
              <a:rPr kumimoji="1" lang="ja-JP" altLang="en-US" sz="2800" dirty="0"/>
              <a:t>コメント欄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個人の掲示板につながる、最新の</a:t>
            </a:r>
            <a:r>
              <a:rPr kumimoji="1" lang="en-US" altLang="ja-JP" sz="2800" dirty="0"/>
              <a:t>10</a:t>
            </a:r>
            <a:r>
              <a:rPr kumimoji="1" lang="ja-JP" altLang="en-US" sz="2800" dirty="0"/>
              <a:t>件までを表示する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ここでコメントした場合このページで更新される</a:t>
            </a: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994A0B03-B6D3-4C18-8F52-F8641B2923AB}"/>
              </a:ext>
            </a:extLst>
          </p:cNvPr>
          <p:cNvCxnSpPr>
            <a:cxnSpLocks/>
          </p:cNvCxnSpPr>
          <p:nvPr/>
        </p:nvCxnSpPr>
        <p:spPr>
          <a:xfrm flipV="1">
            <a:off x="4429957" y="4651899"/>
            <a:ext cx="479394" cy="70133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543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9801E8A-636D-41A4-BBA2-0F2ADD2F98B0}"/>
              </a:ext>
            </a:extLst>
          </p:cNvPr>
          <p:cNvSpPr txBox="1"/>
          <p:nvPr/>
        </p:nvSpPr>
        <p:spPr>
          <a:xfrm>
            <a:off x="612559" y="470517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/>
              <a:t>項目一覧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A8C9FB7-3B8E-47EC-8373-2CBDC0554D00}"/>
              </a:ext>
            </a:extLst>
          </p:cNvPr>
          <p:cNvSpPr txBox="1"/>
          <p:nvPr/>
        </p:nvSpPr>
        <p:spPr>
          <a:xfrm>
            <a:off x="976544" y="1944210"/>
            <a:ext cx="5004896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ja-JP" altLang="en-US" sz="4800" dirty="0"/>
              <a:t>ホーム画面</a:t>
            </a:r>
            <a:endParaRPr kumimoji="1" lang="en-US" altLang="ja-JP" sz="48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ja-JP" altLang="en-US" sz="4800" dirty="0"/>
              <a:t>個人ページ</a:t>
            </a:r>
            <a:endParaRPr kumimoji="1" lang="en-US" altLang="ja-JP" sz="48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ja-JP" altLang="en-US" sz="4800" dirty="0"/>
              <a:t>全件表示掲示板</a:t>
            </a:r>
          </a:p>
        </p:txBody>
      </p:sp>
    </p:spTree>
    <p:extLst>
      <p:ext uri="{BB962C8B-B14F-4D97-AF65-F5344CB8AC3E}">
        <p14:creationId xmlns:p14="http://schemas.microsoft.com/office/powerpoint/2010/main" val="3565832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8009235-205A-488D-901F-1E7D6C6EA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864" y="1422307"/>
            <a:ext cx="7761868" cy="5176528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D3DB105-F97F-44F5-87F7-23927F75A52D}"/>
              </a:ext>
            </a:extLst>
          </p:cNvPr>
          <p:cNvSpPr txBox="1"/>
          <p:nvPr/>
        </p:nvSpPr>
        <p:spPr>
          <a:xfrm>
            <a:off x="1207363" y="259165"/>
            <a:ext cx="610936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6600" dirty="0"/>
              <a:t>全件表示掲示板</a:t>
            </a:r>
          </a:p>
        </p:txBody>
      </p:sp>
    </p:spTree>
    <p:extLst>
      <p:ext uri="{BB962C8B-B14F-4D97-AF65-F5344CB8AC3E}">
        <p14:creationId xmlns:p14="http://schemas.microsoft.com/office/powerpoint/2010/main" val="4118066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8009235-205A-488D-901F-1E7D6C6EA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193" y="1766656"/>
            <a:ext cx="6486784" cy="4326152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D3DB105-F97F-44F5-87F7-23927F75A52D}"/>
              </a:ext>
            </a:extLst>
          </p:cNvPr>
          <p:cNvSpPr txBox="1"/>
          <p:nvPr/>
        </p:nvSpPr>
        <p:spPr>
          <a:xfrm>
            <a:off x="1207363" y="259165"/>
            <a:ext cx="639149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1.</a:t>
            </a:r>
            <a:r>
              <a:rPr kumimoji="1" lang="ja-JP" altLang="en-US" sz="3200" dirty="0"/>
              <a:t>個人ページへのリンク</a:t>
            </a:r>
            <a:endParaRPr kumimoji="1" lang="en-US" altLang="ja-JP" sz="3200" dirty="0"/>
          </a:p>
          <a:p>
            <a:r>
              <a:rPr kumimoji="1" lang="en-US" altLang="ja-JP" sz="3200" dirty="0"/>
              <a:t>	</a:t>
            </a:r>
            <a:r>
              <a:rPr kumimoji="1" lang="ja-JP" altLang="en-US" sz="3200" dirty="0"/>
              <a:t>対応した個人のページに飛べる</a:t>
            </a: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A3941047-0AEF-44D9-AEA9-CCB308D7434C}"/>
              </a:ext>
            </a:extLst>
          </p:cNvPr>
          <p:cNvCxnSpPr>
            <a:cxnSpLocks/>
          </p:cNvCxnSpPr>
          <p:nvPr/>
        </p:nvCxnSpPr>
        <p:spPr>
          <a:xfrm>
            <a:off x="3994951" y="1251751"/>
            <a:ext cx="585927" cy="63031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9051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8009235-205A-488D-901F-1E7D6C6EA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3078" y="1660123"/>
            <a:ext cx="6486784" cy="4326152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D3DB105-F97F-44F5-87F7-23927F75A52D}"/>
              </a:ext>
            </a:extLst>
          </p:cNvPr>
          <p:cNvSpPr txBox="1"/>
          <p:nvPr/>
        </p:nvSpPr>
        <p:spPr>
          <a:xfrm>
            <a:off x="1506915" y="241410"/>
            <a:ext cx="639149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1.</a:t>
            </a:r>
            <a:r>
              <a:rPr kumimoji="1" lang="ja-JP" altLang="en-US" sz="3200" dirty="0"/>
              <a:t>個人ページへのリンク</a:t>
            </a:r>
            <a:endParaRPr kumimoji="1" lang="en-US" altLang="ja-JP" sz="3200" dirty="0"/>
          </a:p>
          <a:p>
            <a:r>
              <a:rPr kumimoji="1" lang="en-US" altLang="ja-JP" sz="3200" dirty="0"/>
              <a:t>	</a:t>
            </a:r>
            <a:r>
              <a:rPr kumimoji="1" lang="ja-JP" altLang="en-US" sz="3200" dirty="0"/>
              <a:t>対応した個人のページに飛べる</a:t>
            </a: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A3941047-0AEF-44D9-AEA9-CCB308D7434C}"/>
              </a:ext>
            </a:extLst>
          </p:cNvPr>
          <p:cNvCxnSpPr>
            <a:cxnSpLocks/>
          </p:cNvCxnSpPr>
          <p:nvPr/>
        </p:nvCxnSpPr>
        <p:spPr>
          <a:xfrm>
            <a:off x="6096000" y="1163267"/>
            <a:ext cx="585927" cy="63031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252E111-2DF8-4322-96B9-AE0A1DDA6436}"/>
              </a:ext>
            </a:extLst>
          </p:cNvPr>
          <p:cNvSpPr txBox="1"/>
          <p:nvPr/>
        </p:nvSpPr>
        <p:spPr>
          <a:xfrm>
            <a:off x="106532" y="2148396"/>
            <a:ext cx="459613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２．コメント欄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コメントが表示される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返信と書かれたところを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押すとそのコメントに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返信できるようになる</a:t>
            </a: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5F55929C-694F-4F5E-9063-25D0CDAEA775}"/>
              </a:ext>
            </a:extLst>
          </p:cNvPr>
          <p:cNvCxnSpPr>
            <a:cxnSpLocks/>
          </p:cNvCxnSpPr>
          <p:nvPr/>
        </p:nvCxnSpPr>
        <p:spPr>
          <a:xfrm flipV="1">
            <a:off x="4385878" y="3271780"/>
            <a:ext cx="1562161" cy="20898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962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8009235-205A-488D-901F-1E7D6C6EA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010" y="1664921"/>
            <a:ext cx="4818761" cy="3213718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D3DB105-F97F-44F5-87F7-23927F75A52D}"/>
              </a:ext>
            </a:extLst>
          </p:cNvPr>
          <p:cNvSpPr txBox="1"/>
          <p:nvPr/>
        </p:nvSpPr>
        <p:spPr>
          <a:xfrm>
            <a:off x="1506915" y="156778"/>
            <a:ext cx="639149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1.</a:t>
            </a:r>
            <a:r>
              <a:rPr kumimoji="1" lang="ja-JP" altLang="en-US" sz="3200" dirty="0"/>
              <a:t>個人ページへのリンク</a:t>
            </a:r>
            <a:endParaRPr kumimoji="1" lang="en-US" altLang="ja-JP" sz="3200" dirty="0"/>
          </a:p>
          <a:p>
            <a:r>
              <a:rPr kumimoji="1" lang="en-US" altLang="ja-JP" sz="3200" dirty="0"/>
              <a:t>	</a:t>
            </a:r>
            <a:r>
              <a:rPr kumimoji="1" lang="ja-JP" altLang="en-US" sz="3200" dirty="0"/>
              <a:t>対応した個人のページに飛べる</a:t>
            </a: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A3941047-0AEF-44D9-AEA9-CCB308D7434C}"/>
              </a:ext>
            </a:extLst>
          </p:cNvPr>
          <p:cNvCxnSpPr>
            <a:cxnSpLocks/>
          </p:cNvCxnSpPr>
          <p:nvPr/>
        </p:nvCxnSpPr>
        <p:spPr>
          <a:xfrm>
            <a:off x="6690804" y="1103196"/>
            <a:ext cx="585927" cy="63031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252E111-2DF8-4322-96B9-AE0A1DDA6436}"/>
              </a:ext>
            </a:extLst>
          </p:cNvPr>
          <p:cNvSpPr txBox="1"/>
          <p:nvPr/>
        </p:nvSpPr>
        <p:spPr>
          <a:xfrm>
            <a:off x="106531" y="1349405"/>
            <a:ext cx="459613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２．コメント欄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コメントが表示される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返信と書かれたところを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押すとそのコメントに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返信できるようになる</a:t>
            </a: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5F55929C-694F-4F5E-9063-25D0CDAEA775}"/>
              </a:ext>
            </a:extLst>
          </p:cNvPr>
          <p:cNvCxnSpPr>
            <a:cxnSpLocks/>
          </p:cNvCxnSpPr>
          <p:nvPr/>
        </p:nvCxnSpPr>
        <p:spPr>
          <a:xfrm flipV="1">
            <a:off x="4502255" y="2685854"/>
            <a:ext cx="2142835" cy="21714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6BFC619-701B-4ABE-8BAE-7E14A3A7FF4A}"/>
              </a:ext>
            </a:extLst>
          </p:cNvPr>
          <p:cNvSpPr txBox="1"/>
          <p:nvPr/>
        </p:nvSpPr>
        <p:spPr>
          <a:xfrm>
            <a:off x="479394" y="4354856"/>
            <a:ext cx="1034129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３．コメント投稿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コメントを書き込める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コメント欄の返信を押すと返信先の横に返信先の番号が出る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チェックボックスに☑を入れると返信の状態に、</a:t>
            </a:r>
            <a:endParaRPr kumimoji="1" lang="en-US" altLang="ja-JP" sz="2800" dirty="0"/>
          </a:p>
          <a:p>
            <a:r>
              <a:rPr kumimoji="1" lang="en-US" altLang="ja-JP" sz="2800" dirty="0"/>
              <a:t>	</a:t>
            </a:r>
            <a:r>
              <a:rPr kumimoji="1" lang="ja-JP" altLang="en-US" sz="2800" dirty="0"/>
              <a:t>☑を外すと普通の投稿になる</a:t>
            </a:r>
            <a:endParaRPr kumimoji="1" lang="en-US" altLang="ja-JP" sz="2800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8131BF92-B49D-4FE7-8BF1-18C756CDD44C}"/>
              </a:ext>
            </a:extLst>
          </p:cNvPr>
          <p:cNvCxnSpPr>
            <a:cxnSpLocks/>
          </p:cNvCxnSpPr>
          <p:nvPr/>
        </p:nvCxnSpPr>
        <p:spPr>
          <a:xfrm flipV="1">
            <a:off x="5344357" y="4465469"/>
            <a:ext cx="1300733" cy="550414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2593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イオン">
  <a:themeElements>
    <a:clrScheme name="イオン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イオン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イオン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75</TotalTime>
  <Words>396</Words>
  <Application>Microsoft Office PowerPoint</Application>
  <PresentationFormat>ワイド画面</PresentationFormat>
  <Paragraphs>72</Paragraphs>
  <Slides>16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1" baseType="lpstr">
      <vt:lpstr>MS UI Gothic</vt:lpstr>
      <vt:lpstr>Arial</vt:lpstr>
      <vt:lpstr>Century Gothic</vt:lpstr>
      <vt:lpstr>Wingdings 3</vt:lpstr>
      <vt:lpstr>イオン</vt:lpstr>
      <vt:lpstr>サイト利用説明書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サイト利用説明書</dc:title>
  <dc:creator>ユウスケ クボ</dc:creator>
  <cp:lastModifiedBy>ユウスケ クボ</cp:lastModifiedBy>
  <cp:revision>8</cp:revision>
  <dcterms:created xsi:type="dcterms:W3CDTF">2020-02-04T06:45:27Z</dcterms:created>
  <dcterms:modified xsi:type="dcterms:W3CDTF">2020-02-04T08:01:05Z</dcterms:modified>
</cp:coreProperties>
</file>